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502920"/>
            <a:ext cx="1920240" cy="1920240"/>
          </a:xfrm>
          <a:prstGeom prst="ellipse">
            <a:avLst/>
          </a:prstGeom>
          <a:solidFill>
            <a:srgbClr val="226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46304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89611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ROCmify AI</a:t>
            </a:r>
          </a:p>
          <a:p>
            <a:pPr>
              <a:spcBef>
                <a:spcPts val="800"/>
              </a:spcBef>
            </a:pPr>
            <a:r>
              <a:rPr sz="2200">
                <a:solidFill>
                  <a:srgbClr val="E6EBF5"/>
                </a:solidFill>
              </a:rPr>
              <a:t>AI-powered copilot for migrating CUDA/PyTorch projects to AMD ROCm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C8D2E1"/>
                </a:solidFill>
              </a:rPr>
              <a:t>Hackathon submission • Rule-based analysis + LLM summaries + ZIP repository scanning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FFDCB4"/>
                </a:solidFill>
              </a:rPr>
              <a:t>Live demo: huggingface.co/spaces/k-tushar/rocmify-ai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D2DCEB"/>
                </a:solidFill>
              </a:rPr>
              <a:t>Built for AMD Developer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4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5486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CUDA-based codebases are hard to migrate to ROCm manually.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Developers struggle to identify NVIDIA-specific dependencies.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Migration effort is hard to estimate before starting.</a:t>
            </a:r>
          </a:p>
          <a:p>
            <a:pPr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Engineering teams need concrete replacement guidance, not generic advice.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097280"/>
            <a:ext cx="4754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2266BF"/>
                </a:solidFill>
              </a:rPr>
              <a:t>Why it matters</a:t>
            </a:r>
          </a:p>
          <a:p>
            <a:r>
              <a:rPr sz="1400">
                <a:solidFill>
                  <a:srgbClr val="1E1E1E"/>
                </a:solidFill>
              </a:rPr>
              <a:t>A migration audit that takes hours can be reduced to seconds with the right tooling.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2651760"/>
            <a:ext cx="4754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2266BF"/>
                </a:solidFill>
              </a:rPr>
              <a:t>Judging signal</a:t>
            </a:r>
          </a:p>
          <a:p>
            <a:r>
              <a:rPr sz="1400">
                <a:solidFill>
                  <a:srgbClr val="1E1E1E"/>
                </a:solidFill>
              </a:rPr>
              <a:t>Real-world utility, AMD ecosystem alignment, and clear business value are stronger than a flashy chatbot.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4572000"/>
            <a:ext cx="47548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2266BF"/>
                </a:solidFill>
              </a:rPr>
              <a:t>Target users</a:t>
            </a:r>
          </a:p>
          <a:p>
            <a:r>
              <a:rPr sz="1400">
                <a:solidFill>
                  <a:srgbClr val="1E1E1E"/>
                </a:solidFill>
              </a:rPr>
              <a:t>ML engineers, platform teams, and developers moving workloads to AMD GPUs.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1908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D"/>
                </a:solidFill>
              </a:rPr>
              <a:t>ROCmify AI | Hackathon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400" b="1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0584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2266BF"/>
                </a:solidFill>
              </a:rPr>
              <a:t>1. Analyze</a:t>
            </a:r>
          </a:p>
          <a:p>
            <a:r>
              <a:rPr sz="1400">
                <a:solidFill>
                  <a:srgbClr val="1E1E1E"/>
                </a:solidFill>
              </a:rPr>
              <a:t>Scan Python files, requirements, Dockerfiles, and ZIP repos for CUDA/NVIDIA patterns.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00584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2266BF"/>
                </a:solidFill>
              </a:rPr>
              <a:t>2. Score</a:t>
            </a:r>
          </a:p>
          <a:p>
            <a:r>
              <a:rPr sz="1400">
                <a:solidFill>
                  <a:srgbClr val="1E1E1E"/>
                </a:solidFill>
              </a:rPr>
              <a:t>Compute ROCm readiness with severity-based penalties.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0058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2266BF"/>
                </a:solidFill>
              </a:rPr>
              <a:t>3. Guide</a:t>
            </a:r>
          </a:p>
          <a:p>
            <a:r>
              <a:rPr sz="1400">
                <a:solidFill>
                  <a:srgbClr val="1E1E1E"/>
                </a:solidFill>
              </a:rPr>
              <a:t>Suggest ROCm replacements, migration plan, and effort estimate.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9184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2266BF"/>
                </a:solidFill>
              </a:rPr>
              <a:t>4. Explain</a:t>
            </a:r>
          </a:p>
          <a:p>
            <a:r>
              <a:rPr sz="1400">
                <a:solidFill>
                  <a:srgbClr val="1E1E1E"/>
                </a:solidFill>
              </a:rPr>
              <a:t>Provide concise human explanations for each issue and why it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3291840"/>
            <a:ext cx="5532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2266BF"/>
                </a:solidFill>
              </a:rPr>
              <a:t>5. Export</a:t>
            </a:r>
          </a:p>
          <a:p>
            <a:r>
              <a:rPr sz="1400">
                <a:solidFill>
                  <a:srgbClr val="1E1E1E"/>
                </a:solidFill>
              </a:rPr>
              <a:t>Generate JSON and Markdown reports for engineers, managers, and judges.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1908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D"/>
                </a:solidFill>
              </a:rPr>
              <a:t>ROCmify AI | Hackathon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4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1E1E1E"/>
                </a:solidFill>
              </a:defRPr>
            </a:pPr>
            <a:r>
              <a:t>User Upload (.py / .txt / .zip)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F28C28"/>
                </a:solidFill>
              </a:defRPr>
            </a:pPr>
            <a:r>
              <a:t>        ↓</a:t>
            </a:r>
          </a:p>
          <a:p>
            <a:pPr algn="ctr">
              <a:spcAft>
                <a:spcPts val="400"/>
              </a:spcAft>
              <a:defRPr sz="2000" b="1">
                <a:solidFill>
                  <a:srgbClr val="1E1E1E"/>
                </a:solidFill>
              </a:defRPr>
            </a:pPr>
            <a:r>
              <a:t>Streamlit Frontend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F28C28"/>
                </a:solidFill>
              </a:defRPr>
            </a:pPr>
            <a:r>
              <a:t>        ↓</a:t>
            </a:r>
          </a:p>
          <a:p>
            <a:pPr algn="ctr">
              <a:spcAft>
                <a:spcPts val="400"/>
              </a:spcAft>
              <a:defRPr sz="2000" b="1">
                <a:solidFill>
                  <a:srgbClr val="1E1E1E"/>
                </a:solidFill>
              </a:defRPr>
            </a:pPr>
            <a:r>
              <a:t>Input Processing (decode / ZIP extract / aggregate)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F28C28"/>
                </a:solidFill>
              </a:defRPr>
            </a:pPr>
            <a:r>
              <a:t>        ↓</a:t>
            </a:r>
          </a:p>
          <a:p>
            <a:pPr algn="ctr">
              <a:spcAft>
                <a:spcPts val="400"/>
              </a:spcAft>
              <a:defRPr sz="2000" b="1">
                <a:solidFill>
                  <a:srgbClr val="1E1E1E"/>
                </a:solidFill>
              </a:defRPr>
            </a:pPr>
            <a:r>
              <a:t>Static Analyzer (regex rules + severity)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F28C28"/>
                </a:solidFill>
              </a:defRPr>
            </a:pPr>
            <a:r>
              <a:t>        ↓</a:t>
            </a:r>
          </a:p>
          <a:p>
            <a:pPr algn="ctr">
              <a:spcAft>
                <a:spcPts val="400"/>
              </a:spcAft>
              <a:defRPr sz="2000" b="1">
                <a:solidFill>
                  <a:srgbClr val="1E1E1E"/>
                </a:solidFill>
              </a:defRPr>
            </a:pPr>
            <a:r>
              <a:t>Scoring + Effort Estimate + Replacement Mapping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F28C28"/>
                </a:solidFill>
              </a:defRPr>
            </a:pPr>
            <a:r>
              <a:t>        ↓</a:t>
            </a:r>
          </a:p>
          <a:p>
            <a:pPr algn="ctr">
              <a:spcAft>
                <a:spcPts val="400"/>
              </a:spcAft>
              <a:defRPr sz="2000" b="1">
                <a:solidFill>
                  <a:srgbClr val="1E1E1E"/>
                </a:solidFill>
              </a:defRPr>
            </a:pPr>
            <a:r>
              <a:t>LLM Advisor (Hugging Face Inference API, optional)</a:t>
            </a:r>
          </a:p>
          <a:p>
            <a:pPr algn="ctr">
              <a:spcAft>
                <a:spcPts val="400"/>
              </a:spcAft>
              <a:defRPr sz="2000" b="1">
                <a:solidFill>
                  <a:srgbClr val="F28C28"/>
                </a:solidFill>
              </a:defRPr>
            </a:pPr>
            <a:r>
              <a:t>        ↓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1E1E1E"/>
                </a:solidFill>
              </a:defRPr>
            </a:pPr>
            <a:r>
              <a:t>JSON / Markdown Reports + UI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394960"/>
            <a:ext cx="107899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2266BF"/>
                </a:solidFill>
              </a:rPr>
              <a:t>Deployment</a:t>
            </a:r>
          </a:p>
          <a:p>
            <a:r>
              <a:rPr sz="1400">
                <a:solidFill>
                  <a:srgbClr val="1E1E1E"/>
                </a:solidFill>
              </a:rPr>
              <a:t>Dockerized Streamlit app running on Hugging Face Spaces with optional Hugging Face token-based LLM summaries.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1908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D"/>
                </a:solidFill>
              </a:rPr>
              <a:t>ROCmify AI | Hackathon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4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Static compatibility detection: cuda, torch.cuda, cudnn, nccl, tensorrt, cupy, torch.distributed, tensorflow-gpu, nvidia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ROCm Readiness Score with severity-based penalties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Estimated migration effort from score bands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Suggested ROCm replacements table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Migration plan generation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ZIP repository analysis for real projects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JSON and Markdown report exports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</a:defRPr>
            </a:pPr>
            <a:r>
              <a:t>Optional Hugging Face LLM executive summary with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1908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D"/>
                </a:solidFill>
              </a:rPr>
              <a:t>ROCmify AI | Hackathon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400" b="1">
                <a:solidFill>
                  <a:srgbClr val="FFFFFF"/>
                </a:solidFill>
              </a:rPr>
              <a:t>Demo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2103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266BF"/>
                </a:solidFill>
              </a:rPr>
              <a:t>1</a:t>
            </a:r>
          </a:p>
          <a:p>
            <a:pPr algn="ctr"/>
            <a:r>
              <a:rPr sz="1600" b="1">
                <a:solidFill>
                  <a:srgbClr val="122040"/>
                </a:solidFill>
              </a:rPr>
              <a:t>Upload</a:t>
            </a:r>
          </a:p>
          <a:p>
            <a:pPr algn="ctr"/>
            <a:r>
              <a:rPr sz="1200">
                <a:solidFill>
                  <a:srgbClr val="1E1E1E"/>
                </a:solidFill>
              </a:rPr>
              <a:t>File / ZIP repository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1371600"/>
            <a:ext cx="2103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266BF"/>
                </a:solidFill>
              </a:rPr>
              <a:t>2</a:t>
            </a:r>
          </a:p>
          <a:p>
            <a:pPr algn="ctr"/>
            <a:r>
              <a:rPr sz="1600" b="1">
                <a:solidFill>
                  <a:srgbClr val="122040"/>
                </a:solidFill>
              </a:rPr>
              <a:t>Analyze</a:t>
            </a:r>
          </a:p>
          <a:p>
            <a:pPr algn="ctr"/>
            <a:r>
              <a:rPr sz="1200">
                <a:solidFill>
                  <a:srgbClr val="1E1E1E"/>
                </a:solidFill>
              </a:rPr>
              <a:t>Find CUDA/NVIDIA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1371600"/>
            <a:ext cx="2103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266BF"/>
                </a:solidFill>
              </a:rPr>
              <a:t>3</a:t>
            </a:r>
          </a:p>
          <a:p>
            <a:pPr algn="ctr"/>
            <a:r>
              <a:rPr sz="1600" b="1">
                <a:solidFill>
                  <a:srgbClr val="122040"/>
                </a:solidFill>
              </a:rPr>
              <a:t>Score</a:t>
            </a:r>
          </a:p>
          <a:p>
            <a:pPr algn="ctr"/>
            <a:r>
              <a:rPr sz="1200">
                <a:solidFill>
                  <a:srgbClr val="1E1E1E"/>
                </a:solidFill>
              </a:rPr>
              <a:t>ROCm readiness + effort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371600"/>
            <a:ext cx="2103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266BF"/>
                </a:solidFill>
              </a:rPr>
              <a:t>4</a:t>
            </a:r>
          </a:p>
          <a:p>
            <a:pPr algn="ctr"/>
            <a:r>
              <a:rPr sz="1600" b="1">
                <a:solidFill>
                  <a:srgbClr val="122040"/>
                </a:solidFill>
              </a:rPr>
              <a:t>Guide</a:t>
            </a:r>
          </a:p>
          <a:p>
            <a:pPr algn="ctr"/>
            <a:r>
              <a:rPr sz="1200">
                <a:solidFill>
                  <a:srgbClr val="1E1E1E"/>
                </a:solidFill>
              </a:rPr>
              <a:t>Replacements +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3657600"/>
            <a:ext cx="2103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266BF"/>
                </a:solidFill>
              </a:rPr>
              <a:t>5</a:t>
            </a:r>
          </a:p>
          <a:p>
            <a:pPr algn="ctr"/>
            <a:r>
              <a:rPr sz="1600" b="1">
                <a:solidFill>
                  <a:srgbClr val="122040"/>
                </a:solidFill>
              </a:rPr>
              <a:t>Export</a:t>
            </a:r>
          </a:p>
          <a:p>
            <a:pPr algn="ctr"/>
            <a:r>
              <a:rPr sz="1200">
                <a:solidFill>
                  <a:srgbClr val="1E1E1E"/>
                </a:solidFill>
              </a:rPr>
              <a:t>JSON + Markdown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1908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D"/>
                </a:solidFill>
              </a:rPr>
              <a:t>ROCmify AI | Hackathon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400" b="1">
                <a:solidFill>
                  <a:srgbClr val="FFFFFF"/>
                </a:solidFill>
              </a:rPr>
              <a:t>Why This Stands 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53035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2266BF"/>
                </a:solidFill>
              </a:rPr>
              <a:t>AMD ecosystem value</a:t>
            </a:r>
          </a:p>
          <a:p>
            <a:r>
              <a:rPr sz="1400">
                <a:solidFill>
                  <a:srgbClr val="1E1E1E"/>
                </a:solidFill>
              </a:rPr>
              <a:t>Helps developers adopt AMD GPUs by reducing migration friction and uncertainty.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097280"/>
            <a:ext cx="53035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2266BF"/>
                </a:solidFill>
              </a:rPr>
              <a:t>Hackathon fit</a:t>
            </a:r>
          </a:p>
          <a:p>
            <a:r>
              <a:rPr sz="1400">
                <a:solidFill>
                  <a:srgbClr val="1E1E1E"/>
                </a:solidFill>
              </a:rPr>
              <a:t>Uses AMD cloud / ROCm themes, Hugging Face deployment, and real developer tooling.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17520"/>
            <a:ext cx="53035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2266BF"/>
                </a:solidFill>
              </a:rPr>
              <a:t>Hiring signal</a:t>
            </a:r>
          </a:p>
          <a:p>
            <a:r>
              <a:rPr sz="1400">
                <a:solidFill>
                  <a:srgbClr val="1E1E1E"/>
                </a:solidFill>
              </a:rPr>
              <a:t>Shows systems thinking, product thinking, cloud deployment, and practical ML infra skills.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017520"/>
            <a:ext cx="53035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2266BF"/>
                </a:solidFill>
              </a:rPr>
              <a:t>Competition advantage</a:t>
            </a:r>
          </a:p>
          <a:p>
            <a:r>
              <a:rPr sz="1400">
                <a:solidFill>
                  <a:srgbClr val="1E1E1E"/>
                </a:solidFill>
              </a:rPr>
              <a:t>Most teams build chatbots; this solves an infrastructure pain point with real utility.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1908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D"/>
                </a:solidFill>
              </a:rPr>
              <a:t>ROCmify AI | Hackathon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l"/>
            <a:r>
              <a:rPr sz="2400" b="1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57607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AST-based parsing for deeper code understanding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Automated CUDA-to-HIP transformation suggestions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Repository URL input for GitHub-based analysis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CI/CD integration for migration checks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t>Fine-tuned migration advisor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9400" y="1097280"/>
            <a:ext cx="4846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2266BF"/>
                </a:solidFill>
              </a:rPr>
              <a:t>Short-term upgrade</a:t>
            </a:r>
          </a:p>
          <a:p>
            <a:r>
              <a:rPr sz="1400">
                <a:solidFill>
                  <a:srgbClr val="1E1E1E"/>
                </a:solidFill>
              </a:rPr>
              <a:t>Make the app analyze more real repositories and produce richer reports.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3383280"/>
            <a:ext cx="48463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2266BF"/>
                </a:solidFill>
              </a:rPr>
              <a:t>Long-term direction</a:t>
            </a:r>
          </a:p>
          <a:p>
            <a:r>
              <a:rPr sz="1400">
                <a:solidFill>
                  <a:srgbClr val="1E1E1E"/>
                </a:solidFill>
              </a:rPr>
              <a:t>Evolve into a ROCm adoption platform for developers and enterprise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5394960"/>
            <a:ext cx="4846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2266BF"/>
                </a:solidFill>
              </a:rPr>
              <a:t>Thank you</a:t>
            </a:r>
          </a:p>
          <a:p>
            <a:r>
              <a:rPr sz="1400">
                <a:solidFill>
                  <a:srgbClr val="1E1E1E"/>
                </a:solidFill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1908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6E7D"/>
                </a:solidFill>
              </a:rPr>
              <a:t>ROCmify AI | Hackathon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